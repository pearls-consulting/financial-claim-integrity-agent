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3BFA95-0ABB-4E5C-B7AD-5335A51D3D9B}" type="datetimeFigureOut">
              <a:rPr lang="fr-FR" smtClean="0"/>
              <a:t>23/08/2026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2FC61-E6E3-4383-9FEA-FF78432F5B94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271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1_home.png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2_invoice.png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3_invoice_qr.png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4_boq.png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5_boq_evidence.png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6_threeway.png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7_penalties.png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8_prefinance.png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Screenshot: 9_summary_and_export.png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9456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1B2A4A"/>
                </a:solidFill>
              </a:rPr>
              <a:t>SDB Invoicing Solution — Claim Integrity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 dirty="0">
                <a:solidFill>
                  <a:srgbClr val="6B7280"/>
                </a:solidFill>
              </a:rPr>
              <a:t>Pearls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Claims intake queue — استلام المطالبات</a:t>
            </a:r>
          </a:p>
        </p:txBody>
      </p:sp>
      <p:pic>
        <p:nvPicPr>
          <p:cNvPr id="3" name="Picture 2" descr="1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825" y="1051560"/>
            <a:ext cx="5582045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576147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B2A4A"/>
                </a:solidFill>
              </a:rPr>
              <a:t>Vendor claims pulled from Dynamics 365, each showing where it is in the review and the agent's recommendation.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B2A4A"/>
                </a:solidFill>
              </a:rPr>
              <a:t>• Fully bilingual — Arabic RTL / English with one toggle</a:t>
            </a:r>
          </a:p>
          <a:p>
            <a:pPr algn="l">
              <a:spcAft>
                <a:spcPts val="400"/>
              </a:spcAft>
            </a:pPr>
            <a:r>
              <a:rPr sz="1300" b="0" dirty="0">
                <a:solidFill>
                  <a:srgbClr val="1B2A4A"/>
                </a:solidFill>
              </a:rPr>
              <a:t>• Dynamics 365 integration — claims, PO and contract values come from the ERP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Step 1 — Tax invoice intake</a:t>
            </a:r>
          </a:p>
        </p:txBody>
      </p:sp>
      <p:pic>
        <p:nvPicPr>
          <p:cNvPr id="3" name="Picture 2" descr="2_invo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722" y="1051560"/>
            <a:ext cx="5462251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The reviewer uploads the vendor's tax invoice. The agent reads it and pre-fills the claim — invoice number, date, amounts and VAT — so nothing is re-typed.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Guided 6-step review, one step per gate of SDB's procedure (SP-01-04-05-02)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The same claim can be imported directly from Dynamics 365 instead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Step 1 — ZATCA QR verification</a:t>
            </a:r>
          </a:p>
        </p:txBody>
      </p:sp>
      <p:pic>
        <p:nvPicPr>
          <p:cNvPr id="3" name="Picture 2" descr="3_invoice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715" y="1051560"/>
            <a:ext cx="5232265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The agent decodes the QR code printed on the tax invoice and compares every field it carries — seller, VAT number, timestamp, totals — against the invoice face. Here all five match and the Phase-2 digital signature verifies.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Each check cites its source in SDB's procedure or the regulation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Evidence is one click away: every compared value links to its location in the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Step 2 — Invoice lines vs the contract's Bill of Quantities</a:t>
            </a:r>
          </a:p>
        </p:txBody>
      </p:sp>
      <p:pic>
        <p:nvPicPr>
          <p:cNvPr id="3" name="Picture 2" descr="4_bo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433" y="1051560"/>
            <a:ext cx="5270829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The agent extracts every line from the invoice and matches it to the contracted BoQ — item code, unit, quantity and unit price. 7 of 12 contracted items are billed, every price matches the schedule, and the 5 unbilled items are flagged as normal for a periodic claim.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Also checks the payment sequence and the claim type against the payment history (a known D365 rejection reason at SDB)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Evidence behind every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Every extracted value links back to its exact location in the source document — one click opens the invoice with the figure highlighted. Reviewers verify; they don't take the agent's word for 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DB41BA-B5B2-5B29-AAD6-42C9E79E8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378" y="1295400"/>
            <a:ext cx="5796755" cy="35535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Step 3 — Acceptance &amp; three-way match</a:t>
            </a:r>
          </a:p>
        </p:txBody>
      </p:sp>
      <p:pic>
        <p:nvPicPr>
          <p:cNvPr id="3" name="Picture 2" descr="6_three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279" y="1051560"/>
            <a:ext cx="6655136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The agent confirms the right acceptance document exists for the contract type — here the completion certificate COC-000000355 — and that its certified amount equals the claim total. Where an ERP product receipt exists, quantities are reconciled line by line across contract, receipt and invoice.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Step 4 — Final check: completion certificate, dates and penalties</a:t>
            </a:r>
          </a:p>
        </p:txBody>
      </p:sp>
      <p:pic>
        <p:nvPicPr>
          <p:cNvPr id="3" name="Picture 2" descr="7_penal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9916" y="1051560"/>
            <a:ext cx="6811862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The completion certificate is cross-checked against the vendor's penalty register and the contract dates: delivery 165 days before the contract end, and the certificate's 'no delay / no stoppage' declarations agree with the penalty record.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Catches the case SDB reported — a certificate declaring no delay for a vendor who was penalised for 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Step 5 — Vendor file: legal &amp; compliance documents</a:t>
            </a:r>
          </a:p>
        </p:txBody>
      </p:sp>
      <p:pic>
        <p:nvPicPr>
          <p:cNvPr id="3" name="Picture 2" descr="8_prefiance_other_files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1673" y="1051560"/>
            <a:ext cx="5088348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The agent identifies each document in the vendor file — award letter, work commencement, commercial registration, GOSI and Zakat certificates — reads its reference number and validity date, and confirms the pack required by procedure step 6 is complete.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Completeness is based on what the agent actually read, not on a checkbox list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Expired or missing certificates are flagged before the claim reaches finance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B2A4A"/>
                </a:solidFill>
              </a:rPr>
              <a:t>Step 6 — Recommendation and hand-off</a:t>
            </a:r>
          </a:p>
        </p:txBody>
      </p:sp>
      <p:pic>
        <p:nvPicPr>
          <p:cNvPr id="3" name="Picture 2" descr="5_boq_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367" y="1051560"/>
            <a:ext cx="5394960" cy="406908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5212080"/>
            <a:ext cx="110944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The agent issues its recommendation with a written rationale citing the procedure steps and regulations behind it, and a one-line verdict per gate. The reviewer keeps the decision.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2A4A"/>
                </a:solidFill>
              </a:rPr>
              <a:t>• Export bundles every document that took part in the matching — tax invoice, contract/BoQ, completion certificate — named by claim number, ready for finance and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680</Words>
  <Application>Microsoft Office PowerPoint</Application>
  <PresentationFormat>Widescreen</PresentationFormat>
  <Paragraphs>40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Ahmed Amine ROMDHANI</cp:lastModifiedBy>
  <cp:revision>2</cp:revision>
  <dcterms:created xsi:type="dcterms:W3CDTF">2013-01-27T09:14:16Z</dcterms:created>
  <dcterms:modified xsi:type="dcterms:W3CDTF">2026-08-23T10:15:23Z</dcterms:modified>
  <cp:category/>
</cp:coreProperties>
</file>